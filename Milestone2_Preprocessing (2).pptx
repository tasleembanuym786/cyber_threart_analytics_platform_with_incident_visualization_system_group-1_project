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097280" cy="36576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005840"/>
            <a:ext cx="731520" cy="100584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1005840"/>
            <a:ext cx="365760" cy="82296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1005840"/>
            <a:ext cx="1463040" cy="137160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0" y="640080"/>
            <a:ext cx="731520" cy="82296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0" y="640080"/>
            <a:ext cx="1463040" cy="118872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640080"/>
            <a:ext cx="365760" cy="173736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1463040"/>
            <a:ext cx="1097280" cy="54864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0" y="1463040"/>
            <a:ext cx="2194560" cy="36576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1828800"/>
            <a:ext cx="1828800" cy="54864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46920" y="96012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44200" y="59436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75720" y="141732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78440" y="196596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281160" y="178308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09960" y="233172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17830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Attack Data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77240" y="25146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" y="3429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transforming, and preparing a real-world network-intrusion dataset for analysis and modeling.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4297680"/>
            <a:ext cx="6949440" cy="1737360"/>
          </a:xfrm>
          <a:prstGeom prst="roundRect">
            <a:avLst>
              <a:gd name="adj" fmla="val 5263"/>
            </a:avLst>
          </a:prstGeom>
          <a:solidFill>
            <a:srgbClr val="141B2E"/>
          </a:solidFill>
          <a:ln w="12700">
            <a:solidFill>
              <a:srgbClr val="232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43000" y="4937760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48280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 Harshitha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34840" y="4937760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8280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Abhilash Reddy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43000" y="5440680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5330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Sartak Raj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434840" y="5440680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5330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Tasleem Banu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Preprocess This Dataset?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network-traffic logs are messy: mixed data types, unbounded numeric ranges, text-heavy categorical fields, and columns that add noise rather than signal. Before any exploratory analysis or machine-learning model can be built, the dataset must be cleaned and restructured into a consistent, analysis-ready 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0F19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866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86600" y="17647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 data types across the dataset.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0F19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6791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numeric scores into readable risk categories.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337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0F19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Model-readiness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86600" y="35935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fields into numeric form.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4251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0F19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over noise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86600" y="45079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useful features and drop unusable ones.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5669280" cy="2606040"/>
          </a:xfrm>
          <a:prstGeom prst="roundRect">
            <a:avLst>
              <a:gd name="adj" fmla="val 3509"/>
            </a:avLst>
          </a:prstGeom>
          <a:solidFill>
            <a:srgbClr val="0B0F19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11480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five-stage preprocessing pipeline — data type handling, outlier/range binning, categorical encoding, feature engineering, and feature selection — to a 1,499-row cybersecurity attack log, so it is ready for exploratory analysis or a downstream ML model.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Attack Log —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2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1,499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2F5F9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2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with Missing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2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91440" cy="91440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20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Source / Destination IP, Ports, Protocol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91440" cy="91440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23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Length, Packet Type, Traffic Type, Payload Data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599432"/>
            <a:ext cx="91440" cy="91440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526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Indicators, Anomaly Scores, Alerts/Warnings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102352"/>
            <a:ext cx="91440" cy="91440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29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Type, Attack Signature, Severity Level, Action Taken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4E5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235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Malware Indicators, Alerts/Warnings, Proxy Information, Firewall Logs and IDS/IPS Alerts each contain ~50% missing values — expected, since not every logged event triggers every system.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Data Types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07568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current data types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17320" y="23774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df.info() to see every column's dtype and non-null count at a glance.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03580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numeric vs. text fields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select_dtypes() to list the float, integer, and object (text) columns.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9959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the correct type on each group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4297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ports and packet length to int, Anomaly Scores to float, and categorical fields to object with astype().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CODE &amp;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Data Types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66928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45920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645920"/>
            <a:ext cx="109728" cy="109728"/>
          </a:xfrm>
          <a:prstGeom prst="ellipse">
            <a:avLst/>
          </a:prstGeom>
          <a:solidFill>
            <a:srgbClr val="F1C21B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645920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5819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52120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'cybersecurity_attacks.xlsx'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data types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integer columns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int_cols = ['Source Port',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'Destination Port', 'Packet Length']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df[int_cols] = df[int_cols].astype(int)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float column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df['Anomaly Scores'] = \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df['Anomaly Scores'].astype(float)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50876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0F2419"/>
          </a:solidFill>
          <a:ln w="12700">
            <a:solidFill>
              <a:srgbClr val="39FF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5819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Colab 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1892808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RangeIndex: 1499 entries, 0 to 1498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columns (total 25 columns):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Source Port         int64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Destination Port    int64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Packet Length        int64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Protocol              object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Anomaly Scores      float64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Attack Type           object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Severity Level        object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dtypes: datetime64[us](1), float64(1),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int64(3), str(20)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usage: 292.9 KB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3 int columns, 1 float column,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 object columns confirmed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4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8978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 fields (ports, packet length, anomaly score) are now true int64/float64 types, so later steps like binning and ratios will compute correctly instead of silently failing on text.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Outliers (Range Binning)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07568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scores into readable bands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17320" y="23774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Length and Anomaly Scores are continuous and hard to interpret at a glance.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03580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threshold buckets with a function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if / elif / else function maps each value into a category.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9959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across the column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4297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df['col'].apply(function) creates a new categorical column without touching the original.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CODE &amp;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Outliers (Range Binning)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66928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45920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645920"/>
            <a:ext cx="109728" cy="109728"/>
          </a:xfrm>
          <a:prstGeom prst="ellipse">
            <a:avLst/>
          </a:prstGeom>
          <a:solidFill>
            <a:srgbClr val="F1C21B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645920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5819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52120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packet_len_category(x):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&lt; 500: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'Small'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x &lt; 1000: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'Medium'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x &lt; 1400: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'Large'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'Very Large'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df['Packet_Length_Category'] = \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df['Packet Length'].apply(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packet_len_category)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anomaly_category(x):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&lt; 25: return 'Low'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x &lt; 50: return 'Medium'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x &lt; 75: return 'High'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return 'Critical'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50876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0F2419"/>
          </a:solidFill>
          <a:ln w="12700">
            <a:solidFill>
              <a:srgbClr val="39FF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5819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Colab 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1892808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Packet_Length_Category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         566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         418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          410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Very Large     105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Anomaly_Score_Category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          388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      378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         368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           365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Original numeric columns kept,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two new readable columns added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4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8978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 replaces two hard-to-scan numeric columns with labels an analyst can reason about instantly — e.g. 'Critical' anomaly traffic — while keeping the original values for modeling.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Categorical Variables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07568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low-cardinality text columns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17320" y="23774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Packet Type, and Severity Level each have only 2-3 unique values — ideal for one-hot encoding.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03580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with pd.get_dummies()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becomes its own 0/1 column, e.g. Protocol_TCP, Protocol_UDP.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9959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new shape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4297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dataframe gains columns but stores no text in the encoded fields — ready for numeric models.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CODE &amp;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Categorical Variables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66928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45920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645920"/>
            <a:ext cx="109728" cy="109728"/>
          </a:xfrm>
          <a:prstGeom prst="ellipse">
            <a:avLst/>
          </a:prstGeom>
          <a:solidFill>
            <a:srgbClr val="F1C21B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645920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5819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52120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one-hot encode categorical columns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pd.get_dummies(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columns=[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'Protocol',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'Packet Type',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'Severity Level'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dtype=int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50876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0F2419"/>
          </a:solidFill>
          <a:ln w="12700">
            <a:solidFill>
              <a:srgbClr val="39FF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5819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Colab 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1892808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27 columns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 32 columns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columns created: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Protocol_ICMP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Protocol_TCP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Protocol_UDP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Packet Type_Control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Packet Type_Data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Severity Level_High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Severity Level_Low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Severity Level_Medium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All values are now 0 / 1 integers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4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8978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Geography-style one-hot encoding turns text categories into machine-readable binary flags, which most ML algorithms require as input instead of raw strings.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07568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existing columns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17320" y="23774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column rarely tells the full story — combining fields can reveal a stronger signal.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03580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Packet_to_Anomaly_Ratio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Length divided by Anomaly Scores highlights unusually large packets relative to how anomalous they were scored.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9959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 sample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4297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head() check confirms the new column computed correctly.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CODE &amp;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66928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45920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645920"/>
            <a:ext cx="109728" cy="109728"/>
          </a:xfrm>
          <a:prstGeom prst="ellipse">
            <a:avLst/>
          </a:prstGeom>
          <a:solidFill>
            <a:srgbClr val="F1C21B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645920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5819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52120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feature: packet size relative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 how anomalous it was scored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df['Packet_to_Anomaly_Ratio'] = 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df['Packet Length'] /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df['Anomaly Scores']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df[['Packet Length',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'Anomaly Scores',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'Packet_to_Anomaly_Ratio']].head()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50876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0F2419"/>
          </a:solidFill>
          <a:ln w="12700">
            <a:solidFill>
              <a:srgbClr val="39FF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5819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Colab 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1892808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Packet Length  Anomaly Scores  Ratio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0            503           28.67  17.54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1           1174           51.50  22.80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2            306           87.42   3.50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3            385           15.79  24.38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4           1462            0.52 2811.54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New engineered column added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two existing columns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4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8978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feature engineering: no new data was collected — a new, potentially more predictive column was derived purely from columns already in the dataset.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07568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columns that add no analytical value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17320" y="23774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Data holds long free-text strings that aren't usable in tabular analysis or most ML models as-is.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108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03580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 with df.drop()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axis=1 tells pandas to remove a column (not a row), and the result is reassigned back to df.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9959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final shape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4297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dataframe is now leaner and fully structured for analysis.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CODE &amp;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669280" cy="4251960"/>
          </a:xfrm>
          <a:prstGeom prst="roundRect">
            <a:avLst>
              <a:gd name="adj" fmla="val 172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45920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645920"/>
            <a:ext cx="109728" cy="109728"/>
          </a:xfrm>
          <a:prstGeom prst="ellipse">
            <a:avLst/>
          </a:prstGeom>
          <a:solidFill>
            <a:srgbClr val="F1C21B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1645920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5819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52120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a column we don't need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structured analysis
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df.drop('Payload Data', axis=1)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print(df.columns.tolist()[:8])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50876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0F2419"/>
          </a:solidFill>
          <a:ln w="12700">
            <a:solidFill>
              <a:srgbClr val="39FF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5819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Colab 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1892808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drop: 33 columns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drop:  32 columns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shape: (1499, 32)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['Timestamp',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'Destination IP Address',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'Source IP Address',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'Source Port',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'Destination Port',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'Packet Length',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'Traffic Type',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'Malware Indicators', ...]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F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Dataset is now analysis-ready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4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8978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'Payload Data' → column to remove, axis=1 → remove a column (not a row), df = → saves the change back into the DataFrame.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Preprocessing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0060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41B2E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" y="246888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43100" y="278892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9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07692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41B2E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53412" y="246888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 Types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70732" y="278892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9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35324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41B2E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1044" y="246888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Data Types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98364" y="278892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9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62956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41B2E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8676" y="246888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Outliers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25996" y="278892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9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90588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41B2E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36308" y="246888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Categorical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53628" y="278892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9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618220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41B2E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63940" y="246888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81260" y="278892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9F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245852" y="23774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1B2438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91572" y="246888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141B2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43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Data Types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035040" y="434340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df.info(), astype()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47274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Outliers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35040" y="472744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elif / else, .apply()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51114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Variables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35040" y="511149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pd.get_dummies()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" y="549554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35040" y="549554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Packet_to_Anomaly_Ratio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" y="58795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035040" y="587959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F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137160" cy="137160"/>
          </a:xfrm>
          <a:prstGeom prst="roundRect">
            <a:avLst/>
          </a:prstGeom>
          <a:solidFill>
            <a:srgbClr val="0B728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→ 32 columns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enriched the dataset with category and ratio features while trimming unusable text.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2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965960"/>
            <a:ext cx="137160" cy="137160"/>
          </a:xfrm>
          <a:prstGeom prst="roundRect">
            <a:avLst/>
          </a:prstGeom>
          <a:solidFill>
            <a:srgbClr val="0B7285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1488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broken dtypes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46520" y="260604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numeric and categorical column now carries the correct pandas dtype.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2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931920"/>
            <a:ext cx="137160" cy="137160"/>
          </a:xfrm>
          <a:prstGeom prst="roundRect">
            <a:avLst/>
          </a:prstGeom>
          <a:solidFill>
            <a:srgbClr val="0B728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148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 bands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length and anomaly score are readable as Low/Medium/High/Critical, not raw numbers.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2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931920"/>
            <a:ext cx="137160" cy="137160"/>
          </a:xfrm>
          <a:prstGeom prst="roundRect">
            <a:avLst/>
          </a:prstGeom>
          <a:solidFill>
            <a:srgbClr val="0B7285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41148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F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Model-ready encoding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46520" y="457200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Packet Type, and Severity Level are fully numeric via one-hot encoding.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this cleaned, 32-column dataset is ready for exploratory data analysis and, if needed, feature scaling before model training.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731520" cy="73152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120640"/>
            <a:ext cx="365760" cy="91440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120640"/>
            <a:ext cx="1097280" cy="27432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120640"/>
            <a:ext cx="365760" cy="118872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852160"/>
            <a:ext cx="1097280" cy="18288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5394960"/>
            <a:ext cx="365760" cy="45720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5852160"/>
            <a:ext cx="365760" cy="45720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5394960"/>
            <a:ext cx="1463040" cy="64008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6035040"/>
            <a:ext cx="731520" cy="27432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5394960"/>
            <a:ext cx="731520" cy="91440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507492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0200" y="580644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598932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965960" y="534924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234440" y="6263640"/>
            <a:ext cx="91440" cy="914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1005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Structured Dataset—Ready for Analysis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22960" y="19659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1,499 raw, mixed-type network log entries, the five-stage pipeline — type correction, range binning, one-hot encoding, feature engineering, and feature selection — produced a consistent 32-column dataset with no ambiguous data types and clear, interpretable risk categories. It's now ready for exploratory analysis or as direct input to a classification model predicting attack severity.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7863840" cy="1600200"/>
          </a:xfrm>
          <a:prstGeom prst="roundRect">
            <a:avLst>
              <a:gd name="adj" fmla="val 5714"/>
            </a:avLst>
          </a:prstGeom>
          <a:solidFill>
            <a:srgbClr val="141B2E"/>
          </a:solidFill>
          <a:ln w="12700">
            <a:solidFill>
              <a:srgbClr val="232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279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43000" y="4736592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6268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 Harshitha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4736592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46268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Abhilash Reddy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43000" y="5239512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51297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Sartak Raj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92040" y="5239512"/>
            <a:ext cx="109728" cy="109728"/>
          </a:xfrm>
          <a:prstGeom prst="ellipse">
            <a:avLst/>
          </a:prstGeom>
          <a:solidFill>
            <a:srgbClr val="39FF9C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51297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Tasleem Banu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52560" y="5394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F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Data — Preprocessing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2026-08-14T04:29:27Z</dcterms:created>
  <dcterms:modified xsi:type="dcterms:W3CDTF">2026-08-14T04:29:27Z</dcterms:modified>
</cp:coreProperties>
</file>