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145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32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32A47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- 3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Presents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05460" y="5335524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32A47"/>
          </a:solidFill>
          <a:ln/>
        </p:spPr>
      </p:sp>
      <p:sp>
        <p:nvSpPr>
          <p:cNvPr id="10" name="Text 8"/>
          <p:cNvSpPr/>
          <p:nvPr/>
        </p:nvSpPr>
        <p:spPr>
          <a:xfrm>
            <a:off x="1683868" y="5212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2600" y="57332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 Harshitha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443935" y="5367528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32A4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454500" y="5212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3232" y="57332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Abhilash Reddy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82410" y="539877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3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7225132" y="5212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23864" y="57332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Sartak Raj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994496" y="5367528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3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9995764" y="5212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94496" y="57332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Tasleem Banu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1E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3160" y="42062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Attack Hotspot Location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1780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assets/1787647813324_Screenshot_2026-08-22_1954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39121"/>
            <a:ext cx="7178040" cy="40826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143000"/>
            <a:ext cx="3730752" cy="5074920"/>
          </a:xfrm>
          <a:prstGeom prst="roundRect">
            <a:avLst>
              <a:gd name="adj" fmla="val 1961"/>
            </a:avLst>
          </a:prstGeom>
          <a:solidFill>
            <a:srgbClr val="0B1E3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4173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1920240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77656" y="1865376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1.499K total cyber attacks with 509 flagged as high risk across the region.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2944368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77656" y="2889504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anomaly score sits at 50.70, giving a baseline for unusual activity.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3968496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77656" y="391363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plots hotspot clusters concentrated across South Asia.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4992624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992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77656" y="493776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let viewers isolate results by attack type and severity level.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Patterns  ·  Team 1  ·  Milestone-3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1E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3160" y="42062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Risk &amp; Incident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1780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assets/1787647823030_Screenshot_2026-08-22_201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1281"/>
            <a:ext cx="7178040" cy="40383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143000"/>
            <a:ext cx="3730752" cy="5074920"/>
          </a:xfrm>
          <a:prstGeom prst="roundRect">
            <a:avLst>
              <a:gd name="adj" fmla="val 1961"/>
            </a:avLst>
          </a:prstGeom>
          <a:solidFill>
            <a:srgbClr val="0B1E3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4173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1920240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77656" y="1865376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1.499K attacks with an average anomaly score of 50.70.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2944368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77656" y="2889504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 attacks were successfully blocked, shown live on a progress gauge.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3968496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77656" y="391363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 diagram traces blocked attacks from location to type to severity.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4992624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992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77656" y="493776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risky areas are ranked by average anomaly score on the map.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Patterns  ·  Team 1  ·  Milestone-3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1E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3160" y="42062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Severity &amp; Trend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1780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assets/1787647830435_Screenshot_2026-08-22_2023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52234"/>
            <a:ext cx="7178040" cy="40564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143000"/>
            <a:ext cx="3730752" cy="5074920"/>
          </a:xfrm>
          <a:prstGeom prst="roundRect">
            <a:avLst>
              <a:gd name="adj" fmla="val 1961"/>
            </a:avLst>
          </a:prstGeom>
          <a:solidFill>
            <a:srgbClr val="0B1E3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4173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1920240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77656" y="1865376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all 1.499K attacks by severity: Low, Medium, and High.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2944368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77656" y="2889504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waterfall chart shows how severity categories build to the total count.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3968496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77656" y="391363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length is analyzed by category, averaging 794.37 across attacks.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4992624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992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77656" y="493776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yearly treemap (2020-2023) reveals how attack volume shifted over time.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Patterns  ·  Team 1  ·  Milestone-3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1E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3160" y="42062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Deployment &amp; Operational Coverage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1780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assets/1787647837169_Screenshot_2026-08-22_2107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51066"/>
            <a:ext cx="7178040" cy="40587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143000"/>
            <a:ext cx="3730752" cy="5074920"/>
          </a:xfrm>
          <a:prstGeom prst="roundRect">
            <a:avLst>
              <a:gd name="adj" fmla="val 1961"/>
            </a:avLst>
          </a:prstGeom>
          <a:solidFill>
            <a:srgbClr val="0B1E3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4173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1920240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77656" y="1865376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1.499K total attacks with 492 blocked for a coverage snapshot.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2944368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77656" y="2889504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 map layers attack type on top of location for spatial context.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3968496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77656" y="391363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coverage is compared across three network segments.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4992624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992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77656" y="493776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response table cross-references attack type, packet length, and location.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Patterns  ·  Team 1  ·  Milestone-3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1E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3160" y="42062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Location — Severity Drilldown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1780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assets/1787647855733_WhatsApp_Image_2026-08-19_at_6_32_00_PM__1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67826"/>
            <a:ext cx="7178040" cy="38252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143000"/>
            <a:ext cx="3730752" cy="5074920"/>
          </a:xfrm>
          <a:prstGeom prst="roundRect">
            <a:avLst>
              <a:gd name="adj" fmla="val 1961"/>
            </a:avLst>
          </a:prstGeom>
          <a:solidFill>
            <a:srgbClr val="0B1E3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4173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1920240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77656" y="1865376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Zooms into 478 attacks with 156 classified as high risk in this view.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2944368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77656" y="2889504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anomaly score for this slice comes in slightly lower at 49.52.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3968496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77656" y="391363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markers on the map are split by severity using color and pattern.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4992624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992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77656" y="493776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 and severity checkboxes let users filter to DDoS specifically.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Patterns  ·  Team 1  ·  Milestone-3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1E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3160" y="42062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Incident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1780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assets/1787647874590_WhatsApp_Image_2026-08-24_at_11_05_56_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7048"/>
            <a:ext cx="7178040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143000"/>
            <a:ext cx="3730752" cy="5074920"/>
          </a:xfrm>
          <a:prstGeom prst="roundRect">
            <a:avLst>
              <a:gd name="adj" fmla="val 1961"/>
            </a:avLst>
          </a:prstGeom>
          <a:solidFill>
            <a:srgbClr val="0B1E3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4173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1920240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77656" y="1865376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an overall average risk score of 57.64 across 160 incidents.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2944368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77656" y="2889504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factor matrix cross-tabs severity against malware exposure.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3968496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77656" y="391363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is compared across network segments B, A, and C.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4992624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992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77656" y="493776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high-risk locations are ranked in a sortable, scrollable table.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Patterns  ·  Team 1  ·  Milestone-3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1E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3160" y="42062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Performance &amp; Geography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1780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assets/1787647914802_WhatsApp_Image_2026-08-24_at_11_57_01_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2287"/>
            <a:ext cx="7178040" cy="42963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143000"/>
            <a:ext cx="3730752" cy="5074920"/>
          </a:xfrm>
          <a:prstGeom prst="roundRect">
            <a:avLst>
              <a:gd name="adj" fmla="val 1961"/>
            </a:avLst>
          </a:prstGeom>
          <a:solidFill>
            <a:srgbClr val="0B1E3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4173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1920240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77656" y="1865376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outcomes: 480 blocked, 146 logged, and 498 ignored incidents.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2944368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77656" y="2889504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codes each incident by the action security teams actually took.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3968496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77656" y="391363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bars compare response outcomes across severity levels.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4992624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992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77656" y="493776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is further split by network segment and by attack type.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Patterns  ·  Team 1  ·  Milestone-3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1E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3160" y="42062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Coverage — Signal Availability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1780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assets/1787647930235_WhatsApp_Image_2026-08-25_at_12_32_17_A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0044"/>
            <a:ext cx="7178040" cy="4140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143000"/>
            <a:ext cx="3730752" cy="5074920"/>
          </a:xfrm>
          <a:prstGeom prst="roundRect">
            <a:avLst>
              <a:gd name="adj" fmla="val 1961"/>
            </a:avLst>
          </a:prstGeom>
          <a:solidFill>
            <a:srgbClr val="0B1E3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4173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1920240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77656" y="1865376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498 high-risk incidents against 74.3% average operational coverage.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2944368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77656" y="2889504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locations have full monitoring coverage across all four signal types.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3968496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77656" y="391363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bubble map sizes incidents by volume and colors them by coverage percent.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4992624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992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77656" y="493776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availability is broken out by firewall, IDS, log source, and device.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Patterns  ·  Team 1  ·  Milestone-3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1E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3160" y="42062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Hotspots — Heat Map 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1780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assets/1787647944719_WhatsApp_Image_2026-08-25_at_1_55_09_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7608"/>
            <a:ext cx="7178040" cy="43857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143000"/>
            <a:ext cx="3730752" cy="5074920"/>
          </a:xfrm>
          <a:prstGeom prst="roundRect">
            <a:avLst>
              <a:gd name="adj" fmla="val 1961"/>
            </a:avLst>
          </a:prstGeom>
          <a:solidFill>
            <a:srgbClr val="0B1E3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4173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1920240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77656" y="1865376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heat map visualizes incident concentration instead of discrete pins.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2944368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77656" y="2889504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leads with 652 attacks, followed by the US, China, and Pakistan.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3968496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77656" y="391363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and Delhi top the list of cities by high-risk attack count.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4992624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992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77656" y="493776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trend line and live table surface the most recent high-risk events.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Patterns  ·  Team 1  ·  Milestone-3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1E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3160" y="42062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Risk-Surface Visualization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1780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assets/1787647951130_WhatsApp_Image_2026-08-25_at_1_58_45_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29109"/>
            <a:ext cx="7178040" cy="41027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143000"/>
            <a:ext cx="3730752" cy="5074920"/>
          </a:xfrm>
          <a:prstGeom prst="roundRect">
            <a:avLst>
              <a:gd name="adj" fmla="val 1961"/>
            </a:avLst>
          </a:prstGeom>
          <a:solidFill>
            <a:srgbClr val="0B1E3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4173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1920240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77656" y="1865376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five risk factors into one overall score, averaging 78.4 of 100.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2944368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77656" y="2889504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locations are flagged as high-risk areas on the combined heat map.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3968496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77656" y="391363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Delhi and Mumbai top the ranking of areas by overall risk score.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4992624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992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77656" y="493776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 are distributed into five bands from very low to very high.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Patterns  ·  Team 1  ·  Milestone-3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1E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3160" y="42062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1780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assets/1787647965191_WhatsApp_Image_2026-08-25_at_2_14_34_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75465"/>
            <a:ext cx="7178040" cy="44099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143000"/>
            <a:ext cx="3730752" cy="5074920"/>
          </a:xfrm>
          <a:prstGeom prst="roundRect">
            <a:avLst>
              <a:gd name="adj" fmla="val 1961"/>
            </a:avLst>
          </a:prstGeom>
          <a:solidFill>
            <a:srgbClr val="0B1E3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4173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1920240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77656" y="1865376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1,499 incidents average a 1h 47m first response and 8h 36m resolution.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2944368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77656" y="2889504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holds at 92.6%, with 187 incidents escalated further.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3968496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77656" y="391363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state-level map color-codes India by average response time.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4992624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992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77656" y="493776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Callouts flag Maharashtra as slowest and Kerala/Delhi/Bihar as fastest.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Patterns  ·  Team 1  ·  Milestone-3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B1E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3160" y="420624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Deployment Coverage 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1780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assets/1787647977243_WhatsApp_Image_2026-08-25_at_2_18_08_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47920"/>
            <a:ext cx="7178040" cy="4465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143000"/>
            <a:ext cx="3730752" cy="5074920"/>
          </a:xfrm>
          <a:prstGeom prst="roundRect">
            <a:avLst>
              <a:gd name="adj" fmla="val 1961"/>
            </a:avLst>
          </a:prstGeom>
          <a:solidFill>
            <a:srgbClr val="0B1E3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1417320"/>
            <a:ext cx="3090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0" y="1920240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77656" y="1865376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1,248 resources are deployed, covering 215 of 276 high-risk areas.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0" y="2944368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2944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77656" y="2889504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operational coverage reaches 78.6%, with a 92.3% readiness score.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3968496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3968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77656" y="3913632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markers size by resource density and color by coverage level.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0" y="4992624"/>
            <a:ext cx="310896" cy="310896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4992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77656" y="4937760"/>
            <a:ext cx="263347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flag Assam as under-covered and needing immediate attention.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Patterns  ·  Team 1  ·  Milestone-3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32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840480" cy="3840480"/>
          </a:xfrm>
          <a:prstGeom prst="ellipse">
            <a:avLst/>
          </a:prstGeom>
          <a:solidFill>
            <a:srgbClr val="132A4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Final Outcome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12 dashboards, the analysis translated 1.499K raw cybersecurity records into clear, decision-ready visuals — spanning attack hotspots, severity trends, risk scoring, incident response, and resource coverage.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32A47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Geo-mapped hotspots and heat maps expose where high-risk attacks concentrate.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47288" y="20574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32A4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75888" y="2286000"/>
            <a:ext cx="384048" cy="384048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3" name="Text 11"/>
          <p:cNvSpPr/>
          <p:nvPr/>
        </p:nvSpPr>
        <p:spPr>
          <a:xfrm>
            <a:off x="3675888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75888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75888" y="31089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and severity breakdowns rank which areas and attack types need attention first.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54496" y="20574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32A4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83096" y="2286000"/>
            <a:ext cx="384048" cy="384048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18" name="Text 16"/>
          <p:cNvSpPr/>
          <p:nvPr/>
        </p:nvSpPr>
        <p:spPr>
          <a:xfrm>
            <a:off x="6483096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83096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83096" y="31089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dashboards track SLA compliance, resolution time, and escalation rates.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61704" y="20574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132A47"/>
          </a:solidFill>
          <a:ln/>
        </p:spPr>
      </p:sp>
      <p:sp>
        <p:nvSpPr>
          <p:cNvPr id="22" name="Shape 20"/>
          <p:cNvSpPr/>
          <p:nvPr/>
        </p:nvSpPr>
        <p:spPr>
          <a:xfrm>
            <a:off x="9290304" y="2286000"/>
            <a:ext cx="384048" cy="384048"/>
          </a:xfrm>
          <a:prstGeom prst="ellipse">
            <a:avLst/>
          </a:prstGeom>
          <a:solidFill>
            <a:srgbClr val="2E7DD1"/>
          </a:solidFill>
          <a:ln/>
        </p:spPr>
      </p:sp>
      <p:sp>
        <p:nvSpPr>
          <p:cNvPr id="23" name="Text 21"/>
          <p:cNvSpPr/>
          <p:nvPr/>
        </p:nvSpPr>
        <p:spPr>
          <a:xfrm>
            <a:off x="9290304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90304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90304" y="31089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resource-deployment views flag under-protected regions like Assam for action.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5262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E7DD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26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4471416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real-time data refresh so dashboards reflect live attack feeds.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49834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E7DD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983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4928616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alert thresholds on anomaly scores to trigger faster incident response.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54406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E7DD1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440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" y="5385816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resource-deployment coverage to under-served, high-risk regions.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5870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6126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 Harshitha   |   Abhilash Reddy   |   Sartak Raj   |   Tasleem Banu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Patterns  ·  Team 1  ·  Milestone-3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1081</Words>
  <Application>Microsoft Office PowerPoint</Application>
  <PresentationFormat>Widescreen</PresentationFormat>
  <Paragraphs>203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Abhilash Reddy</cp:lastModifiedBy>
  <cp:revision>2</cp:revision>
  <dcterms:created xsi:type="dcterms:W3CDTF">2026-08-25T08:57:04Z</dcterms:created>
  <dcterms:modified xsi:type="dcterms:W3CDTF">2026-08-25T09:01:27Z</dcterms:modified>
</cp:coreProperties>
</file>